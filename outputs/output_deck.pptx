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4000">
                <a:solidFill>
                  <a:srgbClr val="0066CC"/>
                </a:solidFill>
              </a:rPr>
              <a:t>Aphelios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Marksman champion in League of Legends</a:t>
            </a:r>
          </a:p>
          <a:p>
            <a:pPr/>
            <a:r>
              <a:t>Unique weapon system with five different weapons</a:t>
            </a:r>
          </a:p>
          <a:p>
            <a:pPr/>
            <a:r>
              <a:t>No traditional mana or energy resource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4000">
                <a:solidFill>
                  <a:srgbClr val="0066CC"/>
                </a:solidFill>
              </a:rPr>
              <a:t>Weapon Mechanics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Each weapon has distinct abilities</a:t>
            </a:r>
          </a:p>
          <a:p>
            <a:pPr/>
            <a:r>
              <a:t>Switch weapons based on situation</a:t>
            </a:r>
          </a:p>
          <a:p>
            <a:pPr/>
            <a:r>
              <a:t>Weapon cooldowns affect gameplay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4000">
                <a:solidFill>
                  <a:srgbClr val="0066CC"/>
                </a:solidFill>
              </a:rPr>
              <a:t>Playstyle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Requires strategic positioning</a:t>
            </a:r>
          </a:p>
          <a:p>
            <a:pPr/>
            <a:r>
              <a:t>Adapt to enemy team composition</a:t>
            </a:r>
          </a:p>
          <a:p>
            <a:pPr/>
            <a:r>
              <a:t>High skill ceiling and complexity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4000">
                <a:solidFill>
                  <a:srgbClr val="0066CC"/>
                </a:solidFill>
              </a:rPr>
              <a:t>Strengths and Weaknesses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Strong burst damage with certain weapons</a:t>
            </a:r>
          </a:p>
          <a:p>
            <a:pPr/>
            <a:r>
              <a:t>Vulnerable to crowd control</a:t>
            </a:r>
          </a:p>
          <a:p>
            <a:pPr/>
            <a:r>
              <a:t>Requires practice to master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4000">
                <a:solidFill>
                  <a:srgbClr val="0066CC"/>
                </a:solidFill>
              </a:rPr>
              <a:t>Competitive Viability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Popular in professional play</a:t>
            </a:r>
          </a:p>
          <a:p>
            <a:pPr/>
            <a:r>
              <a:t>Synergizes well with certain supports</a:t>
            </a:r>
          </a:p>
          <a:p>
            <a:pPr/>
            <a:r>
              <a:t>Can carry games with proper execution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3168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