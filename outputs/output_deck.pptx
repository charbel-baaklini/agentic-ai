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0066CC"/>
                </a:solidFill>
              </a:rPr>
              <a:t>Akali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Ninja Assassin Champion</a:t>
            </a:r>
          </a:p>
          <a:p>
            <a:pPr/>
            <a:r>
              <a:t>Part of the Ionian faction</a:t>
            </a:r>
          </a:p>
          <a:p>
            <a:pPr/>
            <a:r>
              <a:t>High mobility and burst damage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0066CC"/>
                </a:solidFill>
              </a:rPr>
              <a:t>Abilities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Five Point Strike - Damage and Energy restoration</a:t>
            </a:r>
          </a:p>
          <a:p>
            <a:pPr/>
            <a:r>
              <a:t>W: Twilight Shroud - Stealth and movement speed</a:t>
            </a:r>
          </a:p>
          <a:p>
            <a:pPr/>
            <a:r>
              <a:t>E: Shuriken Flip - Mobility and damage</a:t>
            </a:r>
          </a:p>
          <a:p>
            <a:pPr/>
            <a:r>
              <a:t>R: Perfect Execution - Execute enemies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0066CC"/>
                </a:solidFill>
              </a:rPr>
              <a:t>Role in Gameplay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Primarily played in mid lane</a:t>
            </a:r>
          </a:p>
          <a:p>
            <a:pPr/>
            <a:r>
              <a:t>Can be played as an assassin or burst mage</a:t>
            </a:r>
          </a:p>
          <a:p>
            <a:pPr/>
            <a:r>
              <a:t>Strong duelist with high outplay potential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0066CC"/>
                </a:solidFill>
              </a:rPr>
              <a:t>Tips for Playing Akali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Utilize stealth for surprise attacks</a:t>
            </a:r>
          </a:p>
          <a:p>
            <a:pPr/>
            <a:r>
              <a:t>Farm efficiently with Q for energy</a:t>
            </a:r>
          </a:p>
          <a:p>
            <a:pPr/>
            <a:r>
              <a:t>Positioning is key during team fights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0066CC"/>
                </a:solidFill>
              </a:rPr>
              <a:t>Countering Akali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crowd control to lock her down</a:t>
            </a:r>
          </a:p>
          <a:p>
            <a:pPr/>
            <a:r>
              <a:t>Pick champions with strong burst damage</a:t>
            </a:r>
          </a:p>
          <a:p>
            <a:pPr/>
            <a:r>
              <a:t>Warding is crucial to avoid her ambush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0066CC"/>
                </a:solidFill>
              </a:rPr>
              <a:t>Recent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Updates to ability scaling</a:t>
            </a:r>
          </a:p>
          <a:p>
            <a:pPr/>
            <a:r>
              <a:t>Balance adjustments in recent patches</a:t>
            </a:r>
          </a:p>
          <a:p>
            <a:pPr/>
            <a:r>
              <a:t>Increased viability in competitive 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